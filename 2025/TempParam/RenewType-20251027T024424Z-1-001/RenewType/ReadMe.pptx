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sk9DlL2aRp837adoM5XzHrOMH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752" y="1875181"/>
            <a:ext cx="7375322" cy="4479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666" y="3531707"/>
            <a:ext cx="3220553" cy="142460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42734" y="108350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KSOC Tool 裡會有預設的label選項(PatPat,NoNo,Left,Right)，這裡可以使用我們提供的RenewType.py去換成自己想要的label名稱做紀錄。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89465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在KSOC Tool裡找到 TempParam資料夾，一路按下去按到sram_h5(下面例子是用RDI中的120cm舉例，換不同的設定中間路徑在自己更換)，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把RenewType.py放入sram_h5下面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2948608" y="1774639"/>
            <a:ext cx="65929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\K60168A_Dongle\KSOC_Tool\Collect_RDI\TempParam\K60168-Test-00256-008-v0.0.8-20230717_120cm\ai_acc_weight\sram_h5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7423" y="3429000"/>
            <a:ext cx="8875328" cy="235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body"/>
          </p:nvPr>
        </p:nvSpPr>
        <p:spPr>
          <a:xfrm>
            <a:off x="838200" y="90128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打開RenewType.py後，在30行改成同資料夾下的.h5檔案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41行開始去修改成你想要命名的手勢編號以及名稱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577" y="1473790"/>
            <a:ext cx="9442174" cy="807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4374" y="3576339"/>
            <a:ext cx="7423252" cy="2173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38200" y="90128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成功運行後，就改完成了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9861" y="2651149"/>
            <a:ext cx="5560315" cy="3723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5026" y="1369845"/>
            <a:ext cx="7301948" cy="1073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8898" y="3344798"/>
            <a:ext cx="4490265" cy="2335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2024-06-27T09:01:05Z</dcterms:created>
  <dc:creator>聖凱 林</dc:creator>
</cp:coreProperties>
</file>